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Relationship Id="rId26" Type="http://schemas.openxmlformats.org/officeDocument/2006/relationships/image" Target="../media/image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Relationship Id="rId25" Type="http://schemas.openxmlformats.org/officeDocument/2006/relationships/image" Target="../media/image74.png"/><Relationship Id="rId26" Type="http://schemas.openxmlformats.org/officeDocument/2006/relationships/image" Target="../media/image7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2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Gui_1_25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DiffGui  Top 1-25</a:t>
            </a:r>
          </a:p>
        </p:txBody>
      </p:sp>
      <p:pic>
        <p:nvPicPr>
          <p:cNvPr id="3" name="DiffGui_mol001_structure" descr="DiffGui mol001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90" y="283464"/>
            <a:ext cx="1512983" cy="944062"/>
          </a:xfrm>
          <a:prstGeom prst="rect">
            <a:avLst/>
          </a:prstGeom>
        </p:spPr>
      </p:pic>
      <p:sp>
        <p:nvSpPr>
          <p:cNvPr id="4" name="DiffGui_mol001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</a:t>
            </a:r>
          </a:p>
        </p:txBody>
      </p:sp>
      <p:sp>
        <p:nvSpPr>
          <p:cNvPr id="5" name="DiffGui_mol001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-15.466</a:t>
            </a:r>
          </a:p>
        </p:txBody>
      </p:sp>
      <p:pic>
        <p:nvPicPr>
          <p:cNvPr id="6" name="DiffGui_mol002_structure" descr="DiffGui mol002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23" y="283464"/>
            <a:ext cx="1552733" cy="944062"/>
          </a:xfrm>
          <a:prstGeom prst="rect">
            <a:avLst/>
          </a:prstGeom>
        </p:spPr>
      </p:pic>
      <p:sp>
        <p:nvSpPr>
          <p:cNvPr id="7" name="DiffGui_mol002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mol002</a:t>
            </a:r>
          </a:p>
        </p:txBody>
      </p:sp>
      <p:sp>
        <p:nvSpPr>
          <p:cNvPr id="8" name="DiffGui_mol002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-15.152</a:t>
            </a:r>
          </a:p>
        </p:txBody>
      </p:sp>
      <p:pic>
        <p:nvPicPr>
          <p:cNvPr id="9" name="DiffGui_mol003_structure" descr="DiffGui mol003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36" y="283464"/>
            <a:ext cx="2049524" cy="944061"/>
          </a:xfrm>
          <a:prstGeom prst="rect">
            <a:avLst/>
          </a:prstGeom>
        </p:spPr>
      </p:pic>
      <p:sp>
        <p:nvSpPr>
          <p:cNvPr id="10" name="DiffGui_mol003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mol003</a:t>
            </a:r>
          </a:p>
        </p:txBody>
      </p:sp>
      <p:sp>
        <p:nvSpPr>
          <p:cNvPr id="11" name="DiffGui_mol003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-14.850</a:t>
            </a:r>
          </a:p>
        </p:txBody>
      </p:sp>
      <p:pic>
        <p:nvPicPr>
          <p:cNvPr id="12" name="DiffGui_mol004_structure" descr="DiffGui mol004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678" y="283464"/>
            <a:ext cx="1167655" cy="944062"/>
          </a:xfrm>
          <a:prstGeom prst="rect">
            <a:avLst/>
          </a:prstGeom>
        </p:spPr>
      </p:pic>
      <p:sp>
        <p:nvSpPr>
          <p:cNvPr id="13" name="DiffGui_mol004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mol004</a:t>
            </a:r>
          </a:p>
        </p:txBody>
      </p:sp>
      <p:sp>
        <p:nvSpPr>
          <p:cNvPr id="14" name="DiffGui_mol004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-14.740</a:t>
            </a:r>
          </a:p>
        </p:txBody>
      </p:sp>
      <p:pic>
        <p:nvPicPr>
          <p:cNvPr id="15" name="DiffGui_mol005_structure" descr="DiffGui mol005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4354" y="283464"/>
            <a:ext cx="1181319" cy="944062"/>
          </a:xfrm>
          <a:prstGeom prst="rect">
            <a:avLst/>
          </a:prstGeom>
        </p:spPr>
      </p:pic>
      <p:sp>
        <p:nvSpPr>
          <p:cNvPr id="16" name="DiffGui_mol005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mol005</a:t>
            </a:r>
          </a:p>
        </p:txBody>
      </p:sp>
      <p:sp>
        <p:nvSpPr>
          <p:cNvPr id="17" name="DiffGui_mol005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-14.612</a:t>
            </a:r>
          </a:p>
        </p:txBody>
      </p:sp>
      <p:pic>
        <p:nvPicPr>
          <p:cNvPr id="18" name="DiffGui_mol006_structure" descr="DiffGui mol006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98" y="1589227"/>
            <a:ext cx="1435967" cy="944062"/>
          </a:xfrm>
          <a:prstGeom prst="rect">
            <a:avLst/>
          </a:prstGeom>
        </p:spPr>
      </p:pic>
      <p:sp>
        <p:nvSpPr>
          <p:cNvPr id="19" name="DiffGui_mol006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mol006</a:t>
            </a:r>
          </a:p>
        </p:txBody>
      </p:sp>
      <p:sp>
        <p:nvSpPr>
          <p:cNvPr id="20" name="DiffGui_mol006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-14.510</a:t>
            </a:r>
          </a:p>
        </p:txBody>
      </p:sp>
      <p:pic>
        <p:nvPicPr>
          <p:cNvPr id="21" name="DiffGui_mol007_structure" descr="DiffGui mol007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7662" y="1589227"/>
            <a:ext cx="1167655" cy="944062"/>
          </a:xfrm>
          <a:prstGeom prst="rect">
            <a:avLst/>
          </a:prstGeom>
        </p:spPr>
      </p:pic>
      <p:sp>
        <p:nvSpPr>
          <p:cNvPr id="22" name="DiffGui_mol007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mol007</a:t>
            </a:r>
          </a:p>
        </p:txBody>
      </p:sp>
      <p:sp>
        <p:nvSpPr>
          <p:cNvPr id="23" name="DiffGui_mol007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-14.500</a:t>
            </a:r>
          </a:p>
        </p:txBody>
      </p:sp>
      <p:pic>
        <p:nvPicPr>
          <p:cNvPr id="24" name="DiffGui_mol008_structure" descr="DiffGui mol008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4975" y="1589227"/>
            <a:ext cx="1662045" cy="944062"/>
          </a:xfrm>
          <a:prstGeom prst="rect">
            <a:avLst/>
          </a:prstGeom>
        </p:spPr>
      </p:pic>
      <p:sp>
        <p:nvSpPr>
          <p:cNvPr id="25" name="DiffGui_mol008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mol008</a:t>
            </a:r>
          </a:p>
        </p:txBody>
      </p:sp>
      <p:sp>
        <p:nvSpPr>
          <p:cNvPr id="26" name="DiffGui_mol008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-14.499</a:t>
            </a:r>
          </a:p>
        </p:txBody>
      </p:sp>
      <p:pic>
        <p:nvPicPr>
          <p:cNvPr id="27" name="DiffGui_mol009_structure" descr="DiffGui mol009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264" y="1589227"/>
            <a:ext cx="1592483" cy="944062"/>
          </a:xfrm>
          <a:prstGeom prst="rect">
            <a:avLst/>
          </a:prstGeom>
        </p:spPr>
      </p:pic>
      <p:sp>
        <p:nvSpPr>
          <p:cNvPr id="28" name="DiffGui_mol009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mol009</a:t>
            </a:r>
          </a:p>
        </p:txBody>
      </p:sp>
      <p:sp>
        <p:nvSpPr>
          <p:cNvPr id="29" name="DiffGui_mol009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-14.454</a:t>
            </a:r>
          </a:p>
        </p:txBody>
      </p:sp>
      <p:pic>
        <p:nvPicPr>
          <p:cNvPr id="30" name="DiffGui_mol010_structure" descr="DiffGui mol010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1991" y="1589227"/>
            <a:ext cx="1026046" cy="944062"/>
          </a:xfrm>
          <a:prstGeom prst="rect">
            <a:avLst/>
          </a:prstGeom>
        </p:spPr>
      </p:pic>
      <p:sp>
        <p:nvSpPr>
          <p:cNvPr id="31" name="DiffGui_mol010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mol010</a:t>
            </a:r>
          </a:p>
        </p:txBody>
      </p:sp>
      <p:sp>
        <p:nvSpPr>
          <p:cNvPr id="32" name="DiffGui_mol010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-14.431</a:t>
            </a:r>
          </a:p>
        </p:txBody>
      </p:sp>
      <p:pic>
        <p:nvPicPr>
          <p:cNvPr id="33" name="DiffGui_mol011_structure" descr="DiffGui mol011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068" y="2894990"/>
            <a:ext cx="1537827" cy="944062"/>
          </a:xfrm>
          <a:prstGeom prst="rect">
            <a:avLst/>
          </a:prstGeom>
        </p:spPr>
      </p:pic>
      <p:sp>
        <p:nvSpPr>
          <p:cNvPr id="34" name="DiffGui_mol011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mol011</a:t>
            </a:r>
          </a:p>
        </p:txBody>
      </p:sp>
      <p:sp>
        <p:nvSpPr>
          <p:cNvPr id="35" name="DiffGui_mol011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-14.419</a:t>
            </a:r>
          </a:p>
        </p:txBody>
      </p:sp>
      <p:pic>
        <p:nvPicPr>
          <p:cNvPr id="36" name="DiffGui_mol012_structure" descr="DiffGui mol012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6232" y="2894990"/>
            <a:ext cx="1110515" cy="944062"/>
          </a:xfrm>
          <a:prstGeom prst="rect">
            <a:avLst/>
          </a:prstGeom>
        </p:spPr>
      </p:pic>
      <p:sp>
        <p:nvSpPr>
          <p:cNvPr id="37" name="DiffGui_mol012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mol012</a:t>
            </a:r>
          </a:p>
        </p:txBody>
      </p:sp>
      <p:sp>
        <p:nvSpPr>
          <p:cNvPr id="38" name="DiffGui_mol012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-14.419</a:t>
            </a:r>
          </a:p>
        </p:txBody>
      </p:sp>
      <p:pic>
        <p:nvPicPr>
          <p:cNvPr id="39" name="DiffGui_mol013_structure" descr="DiffGui mol013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5655" y="2894990"/>
            <a:ext cx="1480686" cy="944062"/>
          </a:xfrm>
          <a:prstGeom prst="rect">
            <a:avLst/>
          </a:prstGeom>
        </p:spPr>
      </p:pic>
      <p:sp>
        <p:nvSpPr>
          <p:cNvPr id="40" name="DiffGui_mol013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mol013</a:t>
            </a:r>
          </a:p>
        </p:txBody>
      </p:sp>
      <p:sp>
        <p:nvSpPr>
          <p:cNvPr id="41" name="DiffGui_mol013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-14.401</a:t>
            </a:r>
          </a:p>
        </p:txBody>
      </p:sp>
      <p:pic>
        <p:nvPicPr>
          <p:cNvPr id="42" name="DiffGui_mol014_structure" descr="DiffGui mol014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9038" y="2894990"/>
            <a:ext cx="1122936" cy="944062"/>
          </a:xfrm>
          <a:prstGeom prst="rect">
            <a:avLst/>
          </a:prstGeom>
        </p:spPr>
      </p:pic>
      <p:sp>
        <p:nvSpPr>
          <p:cNvPr id="43" name="DiffGui_mol014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mol014</a:t>
            </a:r>
          </a:p>
        </p:txBody>
      </p:sp>
      <p:sp>
        <p:nvSpPr>
          <p:cNvPr id="44" name="DiffGui_mol014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-14.394</a:t>
            </a:r>
          </a:p>
        </p:txBody>
      </p:sp>
      <p:pic>
        <p:nvPicPr>
          <p:cNvPr id="45" name="DiffGui_mol015_structure" descr="DiffGui mol015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33491" y="2894990"/>
            <a:ext cx="1503046" cy="944062"/>
          </a:xfrm>
          <a:prstGeom prst="rect">
            <a:avLst/>
          </a:prstGeom>
        </p:spPr>
      </p:pic>
      <p:sp>
        <p:nvSpPr>
          <p:cNvPr id="46" name="DiffGui_mol015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mol015</a:t>
            </a:r>
          </a:p>
        </p:txBody>
      </p:sp>
      <p:sp>
        <p:nvSpPr>
          <p:cNvPr id="47" name="DiffGui_mol015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-14.377</a:t>
            </a:r>
          </a:p>
        </p:txBody>
      </p:sp>
      <p:pic>
        <p:nvPicPr>
          <p:cNvPr id="48" name="DiffGui_mol016_structure" descr="DiffGui mol016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3846" y="4200753"/>
            <a:ext cx="1586272" cy="944062"/>
          </a:xfrm>
          <a:prstGeom prst="rect">
            <a:avLst/>
          </a:prstGeom>
        </p:spPr>
      </p:pic>
      <p:sp>
        <p:nvSpPr>
          <p:cNvPr id="49" name="DiffGui_mol016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mol016</a:t>
            </a:r>
          </a:p>
        </p:txBody>
      </p:sp>
      <p:sp>
        <p:nvSpPr>
          <p:cNvPr id="50" name="DiffGui_mol016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-14.333</a:t>
            </a:r>
          </a:p>
        </p:txBody>
      </p:sp>
      <p:pic>
        <p:nvPicPr>
          <p:cNvPr id="51" name="DiffGui_mol017_structure" descr="DiffGui mol017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8225" y="4200753"/>
            <a:ext cx="1346530" cy="944062"/>
          </a:xfrm>
          <a:prstGeom prst="rect">
            <a:avLst/>
          </a:prstGeom>
        </p:spPr>
      </p:pic>
      <p:sp>
        <p:nvSpPr>
          <p:cNvPr id="52" name="DiffGui_mol017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mol017</a:t>
            </a:r>
          </a:p>
        </p:txBody>
      </p:sp>
      <p:sp>
        <p:nvSpPr>
          <p:cNvPr id="53" name="DiffGui_mol017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-14.311</a:t>
            </a:r>
          </a:p>
        </p:txBody>
      </p:sp>
      <p:pic>
        <p:nvPicPr>
          <p:cNvPr id="54" name="DiffGui_mol018_structure" descr="DiffGui mol018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6592" y="4200753"/>
            <a:ext cx="1778811" cy="944062"/>
          </a:xfrm>
          <a:prstGeom prst="rect">
            <a:avLst/>
          </a:prstGeom>
        </p:spPr>
      </p:pic>
      <p:sp>
        <p:nvSpPr>
          <p:cNvPr id="55" name="DiffGui_mol018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mol018</a:t>
            </a:r>
          </a:p>
        </p:txBody>
      </p:sp>
      <p:sp>
        <p:nvSpPr>
          <p:cNvPr id="56" name="DiffGui_mol018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-14.282</a:t>
            </a:r>
          </a:p>
        </p:txBody>
      </p:sp>
      <p:pic>
        <p:nvPicPr>
          <p:cNvPr id="57" name="DiffGui_mol019_structure" descr="DiffGui mol019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95506" y="4200753"/>
            <a:ext cx="1589999" cy="944062"/>
          </a:xfrm>
          <a:prstGeom prst="rect">
            <a:avLst/>
          </a:prstGeom>
        </p:spPr>
      </p:pic>
      <p:sp>
        <p:nvSpPr>
          <p:cNvPr id="58" name="DiffGui_mol019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mol019</a:t>
            </a:r>
          </a:p>
        </p:txBody>
      </p:sp>
      <p:sp>
        <p:nvSpPr>
          <p:cNvPr id="59" name="DiffGui_mol019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-14.262</a:t>
            </a:r>
          </a:p>
        </p:txBody>
      </p:sp>
      <p:pic>
        <p:nvPicPr>
          <p:cNvPr id="60" name="DiffGui_mol020_structure" descr="DiffGui mol020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55854" y="4200753"/>
            <a:ext cx="1658319" cy="944062"/>
          </a:xfrm>
          <a:prstGeom prst="rect">
            <a:avLst/>
          </a:prstGeom>
        </p:spPr>
      </p:pic>
      <p:sp>
        <p:nvSpPr>
          <p:cNvPr id="61" name="DiffGui_mol020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mol020</a:t>
            </a:r>
          </a:p>
        </p:txBody>
      </p:sp>
      <p:sp>
        <p:nvSpPr>
          <p:cNvPr id="62" name="DiffGui_mol020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-14.063</a:t>
            </a:r>
          </a:p>
        </p:txBody>
      </p:sp>
      <p:pic>
        <p:nvPicPr>
          <p:cNvPr id="63" name="DiffGui_mol021_structure" descr="DiffGui mol021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8318" y="5506516"/>
            <a:ext cx="1617327" cy="944062"/>
          </a:xfrm>
          <a:prstGeom prst="rect">
            <a:avLst/>
          </a:prstGeom>
        </p:spPr>
      </p:pic>
      <p:sp>
        <p:nvSpPr>
          <p:cNvPr id="64" name="DiffGui_mol021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mol021</a:t>
            </a:r>
          </a:p>
        </p:txBody>
      </p:sp>
      <p:sp>
        <p:nvSpPr>
          <p:cNvPr id="65" name="DiffGui_mol021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-14.051</a:t>
            </a:r>
          </a:p>
        </p:txBody>
      </p:sp>
      <p:pic>
        <p:nvPicPr>
          <p:cNvPr id="66" name="DiffGui_mol022_structure" descr="DiffGui mol022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9166" y="5506516"/>
            <a:ext cx="1844647" cy="944062"/>
          </a:xfrm>
          <a:prstGeom prst="rect">
            <a:avLst/>
          </a:prstGeom>
        </p:spPr>
      </p:pic>
      <p:sp>
        <p:nvSpPr>
          <p:cNvPr id="67" name="DiffGui_mol022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mol022</a:t>
            </a:r>
          </a:p>
        </p:txBody>
      </p:sp>
      <p:sp>
        <p:nvSpPr>
          <p:cNvPr id="68" name="DiffGui_mol022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-14.036</a:t>
            </a:r>
          </a:p>
        </p:txBody>
      </p:sp>
      <p:pic>
        <p:nvPicPr>
          <p:cNvPr id="69" name="DiffGui_mol023_structure" descr="DiffGui mol023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63725" y="5506516"/>
            <a:ext cx="1264546" cy="944062"/>
          </a:xfrm>
          <a:prstGeom prst="rect">
            <a:avLst/>
          </a:prstGeom>
        </p:spPr>
      </p:pic>
      <p:sp>
        <p:nvSpPr>
          <p:cNvPr id="70" name="DiffGui_mol023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mol023</a:t>
            </a:r>
          </a:p>
        </p:txBody>
      </p:sp>
      <p:sp>
        <p:nvSpPr>
          <p:cNvPr id="71" name="DiffGui_mol023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-14.012</a:t>
            </a:r>
          </a:p>
        </p:txBody>
      </p:sp>
      <p:pic>
        <p:nvPicPr>
          <p:cNvPr id="72" name="DiffGui_mol024_structure" descr="DiffGui mol024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57616" y="5506516"/>
            <a:ext cx="1465780" cy="944062"/>
          </a:xfrm>
          <a:prstGeom prst="rect">
            <a:avLst/>
          </a:prstGeom>
        </p:spPr>
      </p:pic>
      <p:sp>
        <p:nvSpPr>
          <p:cNvPr id="73" name="DiffGui_mol024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mol024</a:t>
            </a:r>
          </a:p>
        </p:txBody>
      </p:sp>
      <p:sp>
        <p:nvSpPr>
          <p:cNvPr id="74" name="DiffGui_mol024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-14.010</a:t>
            </a:r>
          </a:p>
        </p:txBody>
      </p:sp>
      <p:pic>
        <p:nvPicPr>
          <p:cNvPr id="75" name="DiffGui_mol025_structure" descr="DiffGui mol025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86621" y="5506516"/>
            <a:ext cx="2196786" cy="944061"/>
          </a:xfrm>
          <a:prstGeom prst="rect">
            <a:avLst/>
          </a:prstGeom>
        </p:spPr>
      </p:pic>
      <p:sp>
        <p:nvSpPr>
          <p:cNvPr id="76" name="DiffGui_mol025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mol025</a:t>
            </a:r>
          </a:p>
        </p:txBody>
      </p:sp>
      <p:sp>
        <p:nvSpPr>
          <p:cNvPr id="77" name="DiffGui_mol025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Gui_26_50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DiffGui  Top 26-50</a:t>
            </a:r>
          </a:p>
        </p:txBody>
      </p:sp>
      <p:pic>
        <p:nvPicPr>
          <p:cNvPr id="3" name="DiffGui_mol026_structure" descr="DiffGui mol026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20" y="283464"/>
            <a:ext cx="1570124" cy="944062"/>
          </a:xfrm>
          <a:prstGeom prst="rect">
            <a:avLst/>
          </a:prstGeom>
        </p:spPr>
      </p:pic>
      <p:sp>
        <p:nvSpPr>
          <p:cNvPr id="4" name="DiffGui_mol026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mol026</a:t>
            </a:r>
          </a:p>
        </p:txBody>
      </p:sp>
      <p:sp>
        <p:nvSpPr>
          <p:cNvPr id="5" name="DiffGui_mol026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-13.983</a:t>
            </a:r>
          </a:p>
        </p:txBody>
      </p:sp>
      <p:pic>
        <p:nvPicPr>
          <p:cNvPr id="6" name="DiffGui_mol027_structure" descr="DiffGui mol027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92" y="283464"/>
            <a:ext cx="1542796" cy="944062"/>
          </a:xfrm>
          <a:prstGeom prst="rect">
            <a:avLst/>
          </a:prstGeom>
        </p:spPr>
      </p:pic>
      <p:sp>
        <p:nvSpPr>
          <p:cNvPr id="7" name="DiffGui_mol027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mol027</a:t>
            </a:r>
          </a:p>
        </p:txBody>
      </p:sp>
      <p:sp>
        <p:nvSpPr>
          <p:cNvPr id="8" name="DiffGui_mol027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-13.954</a:t>
            </a:r>
          </a:p>
        </p:txBody>
      </p:sp>
      <p:pic>
        <p:nvPicPr>
          <p:cNvPr id="9" name="DiffGui_mol028_structure" descr="DiffGui mol028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858" y="283464"/>
            <a:ext cx="1386280" cy="944062"/>
          </a:xfrm>
          <a:prstGeom prst="rect">
            <a:avLst/>
          </a:prstGeom>
        </p:spPr>
      </p:pic>
      <p:sp>
        <p:nvSpPr>
          <p:cNvPr id="10" name="DiffGui_mol028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mol028</a:t>
            </a:r>
          </a:p>
        </p:txBody>
      </p:sp>
      <p:sp>
        <p:nvSpPr>
          <p:cNvPr id="11" name="DiffGui_mol028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-13.886</a:t>
            </a:r>
          </a:p>
        </p:txBody>
      </p:sp>
      <p:pic>
        <p:nvPicPr>
          <p:cNvPr id="12" name="DiffGui_mol029_structure" descr="DiffGui mol029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346" y="283464"/>
            <a:ext cx="1340319" cy="944062"/>
          </a:xfrm>
          <a:prstGeom prst="rect">
            <a:avLst/>
          </a:prstGeom>
        </p:spPr>
      </p:pic>
      <p:sp>
        <p:nvSpPr>
          <p:cNvPr id="13" name="DiffGui_mol029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mol029</a:t>
            </a:r>
          </a:p>
        </p:txBody>
      </p:sp>
      <p:sp>
        <p:nvSpPr>
          <p:cNvPr id="14" name="DiffGui_mol029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-13.753</a:t>
            </a:r>
          </a:p>
        </p:txBody>
      </p:sp>
      <p:pic>
        <p:nvPicPr>
          <p:cNvPr id="15" name="DiffGui_mol030_structure" descr="DiffGui mol030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186" y="283464"/>
            <a:ext cx="1485655" cy="944062"/>
          </a:xfrm>
          <a:prstGeom prst="rect">
            <a:avLst/>
          </a:prstGeom>
        </p:spPr>
      </p:pic>
      <p:sp>
        <p:nvSpPr>
          <p:cNvPr id="16" name="DiffGui_mol030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mol030</a:t>
            </a:r>
          </a:p>
        </p:txBody>
      </p:sp>
      <p:sp>
        <p:nvSpPr>
          <p:cNvPr id="17" name="DiffGui_mol030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-13.734</a:t>
            </a:r>
          </a:p>
        </p:txBody>
      </p:sp>
      <p:pic>
        <p:nvPicPr>
          <p:cNvPr id="18" name="DiffGui_mol031_structure" descr="DiffGui mol031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39" y="1589227"/>
            <a:ext cx="1639686" cy="944062"/>
          </a:xfrm>
          <a:prstGeom prst="rect">
            <a:avLst/>
          </a:prstGeom>
        </p:spPr>
      </p:pic>
      <p:sp>
        <p:nvSpPr>
          <p:cNvPr id="19" name="DiffGui_mol031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mol031</a:t>
            </a:r>
          </a:p>
        </p:txBody>
      </p:sp>
      <p:sp>
        <p:nvSpPr>
          <p:cNvPr id="20" name="DiffGui_mol031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-13.734</a:t>
            </a:r>
          </a:p>
        </p:txBody>
      </p:sp>
      <p:pic>
        <p:nvPicPr>
          <p:cNvPr id="21" name="DiffGui_mol032_structure" descr="DiffGui mol032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701" y="1589227"/>
            <a:ext cx="1259577" cy="944062"/>
          </a:xfrm>
          <a:prstGeom prst="rect">
            <a:avLst/>
          </a:prstGeom>
        </p:spPr>
      </p:pic>
      <p:sp>
        <p:nvSpPr>
          <p:cNvPr id="22" name="DiffGui_mol032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mol032</a:t>
            </a:r>
          </a:p>
        </p:txBody>
      </p:sp>
      <p:sp>
        <p:nvSpPr>
          <p:cNvPr id="23" name="DiffGui_mol032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-13.691</a:t>
            </a:r>
          </a:p>
        </p:txBody>
      </p:sp>
      <p:pic>
        <p:nvPicPr>
          <p:cNvPr id="24" name="DiffGui_mol033_structure" descr="DiffGui mol033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9569" y="1589227"/>
            <a:ext cx="1532858" cy="944062"/>
          </a:xfrm>
          <a:prstGeom prst="rect">
            <a:avLst/>
          </a:prstGeom>
        </p:spPr>
      </p:pic>
      <p:sp>
        <p:nvSpPr>
          <p:cNvPr id="25" name="DiffGui_mol033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mol033</a:t>
            </a:r>
          </a:p>
        </p:txBody>
      </p:sp>
      <p:sp>
        <p:nvSpPr>
          <p:cNvPr id="26" name="DiffGui_mol033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-13.681</a:t>
            </a:r>
          </a:p>
        </p:txBody>
      </p:sp>
      <p:pic>
        <p:nvPicPr>
          <p:cNvPr id="27" name="DiffGui_mol034_structure" descr="DiffGui mol034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799" y="1589227"/>
            <a:ext cx="1325413" cy="944062"/>
          </a:xfrm>
          <a:prstGeom prst="rect">
            <a:avLst/>
          </a:prstGeom>
        </p:spPr>
      </p:pic>
      <p:sp>
        <p:nvSpPr>
          <p:cNvPr id="28" name="DiffGui_mol034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mol034</a:t>
            </a:r>
          </a:p>
        </p:txBody>
      </p:sp>
      <p:sp>
        <p:nvSpPr>
          <p:cNvPr id="29" name="DiffGui_mol034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-13.674</a:t>
            </a:r>
          </a:p>
        </p:txBody>
      </p:sp>
      <p:pic>
        <p:nvPicPr>
          <p:cNvPr id="30" name="DiffGui_mol035_structure" descr="DiffGui mol035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1382" y="1589227"/>
            <a:ext cx="1627264" cy="944062"/>
          </a:xfrm>
          <a:prstGeom prst="rect">
            <a:avLst/>
          </a:prstGeom>
        </p:spPr>
      </p:pic>
      <p:sp>
        <p:nvSpPr>
          <p:cNvPr id="31" name="DiffGui_mol035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mol035</a:t>
            </a:r>
          </a:p>
        </p:txBody>
      </p:sp>
      <p:sp>
        <p:nvSpPr>
          <p:cNvPr id="32" name="DiffGui_mol035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-13.669</a:t>
            </a:r>
          </a:p>
        </p:txBody>
      </p:sp>
      <p:pic>
        <p:nvPicPr>
          <p:cNvPr id="33" name="DiffGui_mol036_structure" descr="DiffGui mol036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975" y="2894990"/>
            <a:ext cx="1508014" cy="944062"/>
          </a:xfrm>
          <a:prstGeom prst="rect">
            <a:avLst/>
          </a:prstGeom>
        </p:spPr>
      </p:pic>
      <p:sp>
        <p:nvSpPr>
          <p:cNvPr id="34" name="DiffGui_mol036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mol036</a:t>
            </a:r>
          </a:p>
        </p:txBody>
      </p:sp>
      <p:sp>
        <p:nvSpPr>
          <p:cNvPr id="35" name="DiffGui_mol036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-13.645</a:t>
            </a:r>
          </a:p>
        </p:txBody>
      </p:sp>
      <p:pic>
        <p:nvPicPr>
          <p:cNvPr id="36" name="DiffGui_mol037_structure" descr="DiffGui mol037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4877" y="2894990"/>
            <a:ext cx="1673225" cy="944062"/>
          </a:xfrm>
          <a:prstGeom prst="rect">
            <a:avLst/>
          </a:prstGeom>
        </p:spPr>
      </p:pic>
      <p:sp>
        <p:nvSpPr>
          <p:cNvPr id="37" name="DiffGui_mol037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mol037</a:t>
            </a:r>
          </a:p>
        </p:txBody>
      </p:sp>
      <p:sp>
        <p:nvSpPr>
          <p:cNvPr id="38" name="DiffGui_mol037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-13.546</a:t>
            </a:r>
          </a:p>
        </p:txBody>
      </p:sp>
      <p:pic>
        <p:nvPicPr>
          <p:cNvPr id="39" name="DiffGui_mol038_structure" descr="DiffGui mol038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6709" y="2894990"/>
            <a:ext cx="1418577" cy="944062"/>
          </a:xfrm>
          <a:prstGeom prst="rect">
            <a:avLst/>
          </a:prstGeom>
        </p:spPr>
      </p:pic>
      <p:sp>
        <p:nvSpPr>
          <p:cNvPr id="40" name="DiffGui_mol038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mol038</a:t>
            </a:r>
          </a:p>
        </p:txBody>
      </p:sp>
      <p:sp>
        <p:nvSpPr>
          <p:cNvPr id="41" name="DiffGui_mol038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-13.545</a:t>
            </a:r>
          </a:p>
        </p:txBody>
      </p:sp>
      <p:pic>
        <p:nvPicPr>
          <p:cNvPr id="42" name="DiffGui_mol039_structure" descr="DiffGui mol039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1531" y="2894990"/>
            <a:ext cx="2297949" cy="944061"/>
          </a:xfrm>
          <a:prstGeom prst="rect">
            <a:avLst/>
          </a:prstGeom>
        </p:spPr>
      </p:pic>
      <p:sp>
        <p:nvSpPr>
          <p:cNvPr id="43" name="DiffGui_mol039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mol039</a:t>
            </a:r>
          </a:p>
        </p:txBody>
      </p:sp>
      <p:sp>
        <p:nvSpPr>
          <p:cNvPr id="44" name="DiffGui_mol039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-13.536</a:t>
            </a:r>
          </a:p>
        </p:txBody>
      </p:sp>
      <p:pic>
        <p:nvPicPr>
          <p:cNvPr id="45" name="DiffGui_mol040_structure" descr="DiffGui mol040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3053" y="2894990"/>
            <a:ext cx="1363921" cy="944062"/>
          </a:xfrm>
          <a:prstGeom prst="rect">
            <a:avLst/>
          </a:prstGeom>
        </p:spPr>
      </p:pic>
      <p:sp>
        <p:nvSpPr>
          <p:cNvPr id="46" name="DiffGui_mol040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mol040</a:t>
            </a:r>
          </a:p>
        </p:txBody>
      </p:sp>
      <p:sp>
        <p:nvSpPr>
          <p:cNvPr id="47" name="DiffGui_mol040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-13.522</a:t>
            </a:r>
          </a:p>
        </p:txBody>
      </p:sp>
      <p:pic>
        <p:nvPicPr>
          <p:cNvPr id="48" name="DiffGui_mol041_structure" descr="DiffGui mol041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888" y="4200753"/>
            <a:ext cx="924187" cy="944062"/>
          </a:xfrm>
          <a:prstGeom prst="rect">
            <a:avLst/>
          </a:prstGeom>
        </p:spPr>
      </p:pic>
      <p:sp>
        <p:nvSpPr>
          <p:cNvPr id="49" name="DiffGui_mol041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mol041</a:t>
            </a:r>
          </a:p>
        </p:txBody>
      </p:sp>
      <p:sp>
        <p:nvSpPr>
          <p:cNvPr id="50" name="DiffGui_mol041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-13.485</a:t>
            </a:r>
          </a:p>
        </p:txBody>
      </p:sp>
      <p:pic>
        <p:nvPicPr>
          <p:cNvPr id="51" name="DiffGui_mol042_structure" descr="DiffGui mol042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5740" y="4200753"/>
            <a:ext cx="1351499" cy="944062"/>
          </a:xfrm>
          <a:prstGeom prst="rect">
            <a:avLst/>
          </a:prstGeom>
        </p:spPr>
      </p:pic>
      <p:sp>
        <p:nvSpPr>
          <p:cNvPr id="52" name="DiffGui_mol042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mol042</a:t>
            </a:r>
          </a:p>
        </p:txBody>
      </p:sp>
      <p:sp>
        <p:nvSpPr>
          <p:cNvPr id="53" name="DiffGui_mol042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-13.461</a:t>
            </a:r>
          </a:p>
        </p:txBody>
      </p:sp>
      <p:pic>
        <p:nvPicPr>
          <p:cNvPr id="54" name="DiffGui_mol043_structure" descr="DiffGui mol043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58135" y="4200753"/>
            <a:ext cx="1275725" cy="944062"/>
          </a:xfrm>
          <a:prstGeom prst="rect">
            <a:avLst/>
          </a:prstGeom>
        </p:spPr>
      </p:pic>
      <p:sp>
        <p:nvSpPr>
          <p:cNvPr id="55" name="DiffGui_mol043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mol043</a:t>
            </a:r>
          </a:p>
        </p:txBody>
      </p:sp>
      <p:sp>
        <p:nvSpPr>
          <p:cNvPr id="56" name="DiffGui_mol043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-13.454</a:t>
            </a:r>
          </a:p>
        </p:txBody>
      </p:sp>
      <p:pic>
        <p:nvPicPr>
          <p:cNvPr id="57" name="DiffGui_mol044_structure" descr="DiffGui mol044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96737" y="4200753"/>
            <a:ext cx="987538" cy="944062"/>
          </a:xfrm>
          <a:prstGeom prst="rect">
            <a:avLst/>
          </a:prstGeom>
        </p:spPr>
      </p:pic>
      <p:sp>
        <p:nvSpPr>
          <p:cNvPr id="58" name="DiffGui_mol044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mol044</a:t>
            </a:r>
          </a:p>
        </p:txBody>
      </p:sp>
      <p:sp>
        <p:nvSpPr>
          <p:cNvPr id="59" name="DiffGui_mol044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-13.434</a:t>
            </a:r>
          </a:p>
        </p:txBody>
      </p:sp>
      <p:pic>
        <p:nvPicPr>
          <p:cNvPr id="60" name="DiffGui_mol045_structure" descr="DiffGui mol045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24788" y="4200753"/>
            <a:ext cx="1120452" cy="944062"/>
          </a:xfrm>
          <a:prstGeom prst="rect">
            <a:avLst/>
          </a:prstGeom>
        </p:spPr>
      </p:pic>
      <p:sp>
        <p:nvSpPr>
          <p:cNvPr id="61" name="DiffGui_mol045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mol045</a:t>
            </a:r>
          </a:p>
        </p:txBody>
      </p:sp>
      <p:sp>
        <p:nvSpPr>
          <p:cNvPr id="62" name="DiffGui_mol045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-13.423</a:t>
            </a:r>
          </a:p>
        </p:txBody>
      </p:sp>
      <p:pic>
        <p:nvPicPr>
          <p:cNvPr id="63" name="DiffGui_mol046_structure" descr="DiffGui mol046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064" y="5506516"/>
            <a:ext cx="1337835" cy="944062"/>
          </a:xfrm>
          <a:prstGeom prst="rect">
            <a:avLst/>
          </a:prstGeom>
        </p:spPr>
      </p:pic>
      <p:sp>
        <p:nvSpPr>
          <p:cNvPr id="64" name="DiffGui_mol046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mol046</a:t>
            </a:r>
          </a:p>
        </p:txBody>
      </p:sp>
      <p:sp>
        <p:nvSpPr>
          <p:cNvPr id="65" name="DiffGui_mol046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-13.423</a:t>
            </a:r>
          </a:p>
        </p:txBody>
      </p:sp>
      <p:pic>
        <p:nvPicPr>
          <p:cNvPr id="66" name="DiffGui_mol047_structure" descr="DiffGui mol047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94061" y="5506516"/>
            <a:ext cx="1214858" cy="944062"/>
          </a:xfrm>
          <a:prstGeom prst="rect">
            <a:avLst/>
          </a:prstGeom>
        </p:spPr>
      </p:pic>
      <p:sp>
        <p:nvSpPr>
          <p:cNvPr id="67" name="DiffGui_mol047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mol047</a:t>
            </a:r>
          </a:p>
        </p:txBody>
      </p:sp>
      <p:sp>
        <p:nvSpPr>
          <p:cNvPr id="68" name="DiffGui_mol047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-13.418</a:t>
            </a:r>
          </a:p>
        </p:txBody>
      </p:sp>
      <p:pic>
        <p:nvPicPr>
          <p:cNvPr id="69" name="DiffGui_mol048_structure" descr="DiffGui mol048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47584" y="5506516"/>
            <a:ext cx="1696827" cy="944062"/>
          </a:xfrm>
          <a:prstGeom prst="rect">
            <a:avLst/>
          </a:prstGeom>
        </p:spPr>
      </p:pic>
      <p:sp>
        <p:nvSpPr>
          <p:cNvPr id="70" name="DiffGui_mol048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mol048</a:t>
            </a:r>
          </a:p>
        </p:txBody>
      </p:sp>
      <p:sp>
        <p:nvSpPr>
          <p:cNvPr id="71" name="DiffGui_mol048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-13.417</a:t>
            </a:r>
          </a:p>
        </p:txBody>
      </p:sp>
      <p:pic>
        <p:nvPicPr>
          <p:cNvPr id="72" name="DiffGui_mol049_structure" descr="DiffGui mol049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01717" y="5506516"/>
            <a:ext cx="1577577" cy="944062"/>
          </a:xfrm>
          <a:prstGeom prst="rect">
            <a:avLst/>
          </a:prstGeom>
        </p:spPr>
      </p:pic>
      <p:sp>
        <p:nvSpPr>
          <p:cNvPr id="73" name="DiffGui_mol049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mol049</a:t>
            </a:r>
          </a:p>
        </p:txBody>
      </p:sp>
      <p:sp>
        <p:nvSpPr>
          <p:cNvPr id="74" name="DiffGui_mol049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-13.411</a:t>
            </a:r>
          </a:p>
        </p:txBody>
      </p:sp>
      <p:pic>
        <p:nvPicPr>
          <p:cNvPr id="75" name="DiffGui_mol050_structure" descr="DiffGui mol050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11757" y="5506516"/>
            <a:ext cx="1746514" cy="944062"/>
          </a:xfrm>
          <a:prstGeom prst="rect">
            <a:avLst/>
          </a:prstGeom>
        </p:spPr>
      </p:pic>
      <p:sp>
        <p:nvSpPr>
          <p:cNvPr id="76" name="DiffGui_mol050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mol050</a:t>
            </a:r>
          </a:p>
        </p:txBody>
      </p:sp>
      <p:sp>
        <p:nvSpPr>
          <p:cNvPr id="77" name="DiffGui_mol050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-13.395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SBDD_1_25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DiffSBDD  Top 1-25</a:t>
            </a:r>
          </a:p>
        </p:txBody>
      </p:sp>
      <p:pic>
        <p:nvPicPr>
          <p:cNvPr id="3" name="DiffSBDD_mol001_structure" descr="DiffSBDD mol001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83" y="283464"/>
            <a:ext cx="1089397" cy="944062"/>
          </a:xfrm>
          <a:prstGeom prst="rect">
            <a:avLst/>
          </a:prstGeom>
        </p:spPr>
      </p:pic>
      <p:sp>
        <p:nvSpPr>
          <p:cNvPr id="4" name="DiffSBDD_mol001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</a:t>
            </a:r>
          </a:p>
        </p:txBody>
      </p:sp>
      <p:sp>
        <p:nvSpPr>
          <p:cNvPr id="5" name="DiffSBDD_mol001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-13.850</a:t>
            </a:r>
          </a:p>
        </p:txBody>
      </p:sp>
      <p:pic>
        <p:nvPicPr>
          <p:cNvPr id="6" name="DiffSBDD_mol002_structure" descr="DiffSBDD mol002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928" y="283464"/>
            <a:ext cx="1093124" cy="944062"/>
          </a:xfrm>
          <a:prstGeom prst="rect">
            <a:avLst/>
          </a:prstGeom>
        </p:spPr>
      </p:pic>
      <p:sp>
        <p:nvSpPr>
          <p:cNvPr id="7" name="DiffSBDD_mol002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mol002</a:t>
            </a:r>
          </a:p>
        </p:txBody>
      </p:sp>
      <p:sp>
        <p:nvSpPr>
          <p:cNvPr id="8" name="DiffSBDD_mol002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-13.468</a:t>
            </a:r>
          </a:p>
        </p:txBody>
      </p:sp>
      <p:pic>
        <p:nvPicPr>
          <p:cNvPr id="9" name="DiffSBDD_mol003_structure" descr="DiffSBDD mol003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444" y="283464"/>
            <a:ext cx="1493108" cy="944062"/>
          </a:xfrm>
          <a:prstGeom prst="rect">
            <a:avLst/>
          </a:prstGeom>
        </p:spPr>
      </p:pic>
      <p:sp>
        <p:nvSpPr>
          <p:cNvPr id="10" name="DiffSBDD_mol003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mol003</a:t>
            </a:r>
          </a:p>
        </p:txBody>
      </p:sp>
      <p:sp>
        <p:nvSpPr>
          <p:cNvPr id="11" name="DiffSBDD_mol003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-13.050</a:t>
            </a:r>
          </a:p>
        </p:txBody>
      </p:sp>
      <p:pic>
        <p:nvPicPr>
          <p:cNvPr id="12" name="DiffSBDD_mol004_structure" descr="DiffSBDD mol004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905" y="283464"/>
            <a:ext cx="1637202" cy="944062"/>
          </a:xfrm>
          <a:prstGeom prst="rect">
            <a:avLst/>
          </a:prstGeom>
        </p:spPr>
      </p:pic>
      <p:sp>
        <p:nvSpPr>
          <p:cNvPr id="13" name="DiffSBDD_mol004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mol004</a:t>
            </a:r>
          </a:p>
        </p:txBody>
      </p:sp>
      <p:sp>
        <p:nvSpPr>
          <p:cNvPr id="14" name="DiffSBDD_mol004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-12.998</a:t>
            </a:r>
          </a:p>
        </p:txBody>
      </p:sp>
      <p:pic>
        <p:nvPicPr>
          <p:cNvPr id="15" name="DiffSBDD_mol005_structure" descr="DiffSBDD mol005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362" y="283464"/>
            <a:ext cx="1263304" cy="944062"/>
          </a:xfrm>
          <a:prstGeom prst="rect">
            <a:avLst/>
          </a:prstGeom>
        </p:spPr>
      </p:pic>
      <p:sp>
        <p:nvSpPr>
          <p:cNvPr id="16" name="DiffSBDD_mol005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mol005</a:t>
            </a:r>
          </a:p>
        </p:txBody>
      </p:sp>
      <p:sp>
        <p:nvSpPr>
          <p:cNvPr id="17" name="DiffSBDD_mol005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-12.878</a:t>
            </a:r>
          </a:p>
        </p:txBody>
      </p:sp>
      <p:pic>
        <p:nvPicPr>
          <p:cNvPr id="18" name="DiffSBDD_mol006_structure" descr="DiffSBDD mol006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42" y="1589227"/>
            <a:ext cx="1545280" cy="944062"/>
          </a:xfrm>
          <a:prstGeom prst="rect">
            <a:avLst/>
          </a:prstGeom>
        </p:spPr>
      </p:pic>
      <p:sp>
        <p:nvSpPr>
          <p:cNvPr id="19" name="DiffSBDD_mol006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mol006</a:t>
            </a:r>
          </a:p>
        </p:txBody>
      </p:sp>
      <p:sp>
        <p:nvSpPr>
          <p:cNvPr id="20" name="DiffSBDD_mol006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-12.686</a:t>
            </a:r>
          </a:p>
        </p:txBody>
      </p:sp>
      <p:pic>
        <p:nvPicPr>
          <p:cNvPr id="21" name="DiffSBDD_mol007_structure" descr="DiffSBDD mol007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5115" y="1589227"/>
            <a:ext cx="1152749" cy="944062"/>
          </a:xfrm>
          <a:prstGeom prst="rect">
            <a:avLst/>
          </a:prstGeom>
        </p:spPr>
      </p:pic>
      <p:sp>
        <p:nvSpPr>
          <p:cNvPr id="22" name="DiffSBDD_mol007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mol007</a:t>
            </a:r>
          </a:p>
        </p:txBody>
      </p:sp>
      <p:sp>
        <p:nvSpPr>
          <p:cNvPr id="23" name="DiffSBDD_mol007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-12.510</a:t>
            </a:r>
          </a:p>
        </p:txBody>
      </p:sp>
      <p:pic>
        <p:nvPicPr>
          <p:cNvPr id="24" name="DiffSBDD_mol008_structure" descr="DiffSBDD mol008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635" y="1589227"/>
            <a:ext cx="1752725" cy="944062"/>
          </a:xfrm>
          <a:prstGeom prst="rect">
            <a:avLst/>
          </a:prstGeom>
        </p:spPr>
      </p:pic>
      <p:sp>
        <p:nvSpPr>
          <p:cNvPr id="25" name="DiffSBDD_mol008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mol008</a:t>
            </a:r>
          </a:p>
        </p:txBody>
      </p:sp>
      <p:sp>
        <p:nvSpPr>
          <p:cNvPr id="26" name="DiffSBDD_mol008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-12.484</a:t>
            </a:r>
          </a:p>
        </p:txBody>
      </p:sp>
      <p:pic>
        <p:nvPicPr>
          <p:cNvPr id="27" name="DiffSBDD_mol009_structure" descr="DiffSBDD mol009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8913" y="1589227"/>
            <a:ext cx="1083186" cy="944062"/>
          </a:xfrm>
          <a:prstGeom prst="rect">
            <a:avLst/>
          </a:prstGeom>
        </p:spPr>
      </p:pic>
      <p:sp>
        <p:nvSpPr>
          <p:cNvPr id="28" name="DiffSBDD_mol009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mol009</a:t>
            </a:r>
          </a:p>
        </p:txBody>
      </p:sp>
      <p:sp>
        <p:nvSpPr>
          <p:cNvPr id="29" name="DiffSBDD_mol009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-12.451</a:t>
            </a:r>
          </a:p>
        </p:txBody>
      </p:sp>
      <p:pic>
        <p:nvPicPr>
          <p:cNvPr id="30" name="DiffSBDD_mol010_structure" descr="DiffSBDD mol010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8702" y="1589227"/>
            <a:ext cx="1172624" cy="944062"/>
          </a:xfrm>
          <a:prstGeom prst="rect">
            <a:avLst/>
          </a:prstGeom>
        </p:spPr>
      </p:pic>
      <p:sp>
        <p:nvSpPr>
          <p:cNvPr id="31" name="DiffSBDD_mol010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mol010</a:t>
            </a:r>
          </a:p>
        </p:txBody>
      </p:sp>
      <p:sp>
        <p:nvSpPr>
          <p:cNvPr id="32" name="DiffSBDD_mol010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-12.347</a:t>
            </a:r>
          </a:p>
        </p:txBody>
      </p:sp>
      <p:pic>
        <p:nvPicPr>
          <p:cNvPr id="33" name="DiffSBDD_mol011_structure" descr="DiffSBDD mol011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096" y="2894990"/>
            <a:ext cx="1347772" cy="944062"/>
          </a:xfrm>
          <a:prstGeom prst="rect">
            <a:avLst/>
          </a:prstGeom>
        </p:spPr>
      </p:pic>
      <p:sp>
        <p:nvSpPr>
          <p:cNvPr id="34" name="DiffSBDD_mol011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mol011</a:t>
            </a:r>
          </a:p>
        </p:txBody>
      </p:sp>
      <p:sp>
        <p:nvSpPr>
          <p:cNvPr id="35" name="DiffSBDD_mol011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-12.265</a:t>
            </a:r>
          </a:p>
        </p:txBody>
      </p:sp>
      <p:pic>
        <p:nvPicPr>
          <p:cNvPr id="36" name="DiffSBDD_mol012_structure" descr="DiffSBDD mol012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56174" y="2894990"/>
            <a:ext cx="1290632" cy="944062"/>
          </a:xfrm>
          <a:prstGeom prst="rect">
            <a:avLst/>
          </a:prstGeom>
        </p:spPr>
      </p:pic>
      <p:sp>
        <p:nvSpPr>
          <p:cNvPr id="37" name="DiffSBDD_mol012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mol012</a:t>
            </a:r>
          </a:p>
        </p:txBody>
      </p:sp>
      <p:sp>
        <p:nvSpPr>
          <p:cNvPr id="38" name="DiffSBDD_mol012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-12.228</a:t>
            </a:r>
          </a:p>
        </p:txBody>
      </p:sp>
      <p:pic>
        <p:nvPicPr>
          <p:cNvPr id="39" name="DiffSBDD_mol013_structure" descr="DiffSBDD mol013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2233" y="2894990"/>
            <a:ext cx="1187530" cy="944062"/>
          </a:xfrm>
          <a:prstGeom prst="rect">
            <a:avLst/>
          </a:prstGeom>
        </p:spPr>
      </p:pic>
      <p:sp>
        <p:nvSpPr>
          <p:cNvPr id="40" name="DiffSBDD_mol013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mol013</a:t>
            </a:r>
          </a:p>
        </p:txBody>
      </p:sp>
      <p:sp>
        <p:nvSpPr>
          <p:cNvPr id="41" name="DiffSBDD_mol013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-12.222</a:t>
            </a:r>
          </a:p>
        </p:txBody>
      </p:sp>
      <p:pic>
        <p:nvPicPr>
          <p:cNvPr id="42" name="DiffSBDD_mol014_structure" descr="DiffSBDD mol014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7749" y="2894990"/>
            <a:ext cx="1905514" cy="944062"/>
          </a:xfrm>
          <a:prstGeom prst="rect">
            <a:avLst/>
          </a:prstGeom>
        </p:spPr>
      </p:pic>
      <p:sp>
        <p:nvSpPr>
          <p:cNvPr id="43" name="DiffSBDD_mol014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mol014</a:t>
            </a:r>
          </a:p>
        </p:txBody>
      </p:sp>
      <p:sp>
        <p:nvSpPr>
          <p:cNvPr id="44" name="DiffSBDD_mol014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-12.202</a:t>
            </a:r>
          </a:p>
        </p:txBody>
      </p:sp>
      <p:pic>
        <p:nvPicPr>
          <p:cNvPr id="45" name="DiffSBDD_mol015_structure" descr="DiffSBDD mol015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1132" y="2894990"/>
            <a:ext cx="1547764" cy="944062"/>
          </a:xfrm>
          <a:prstGeom prst="rect">
            <a:avLst/>
          </a:prstGeom>
        </p:spPr>
      </p:pic>
      <p:sp>
        <p:nvSpPr>
          <p:cNvPr id="46" name="DiffSBDD_mol015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mol015</a:t>
            </a:r>
          </a:p>
        </p:txBody>
      </p:sp>
      <p:sp>
        <p:nvSpPr>
          <p:cNvPr id="47" name="DiffSBDD_mol015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-12.186</a:t>
            </a:r>
          </a:p>
        </p:txBody>
      </p:sp>
      <p:pic>
        <p:nvPicPr>
          <p:cNvPr id="48" name="DiffSBDD_mol016_structure" descr="DiffSBDD mol016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3850" y="4200753"/>
            <a:ext cx="1786264" cy="944062"/>
          </a:xfrm>
          <a:prstGeom prst="rect">
            <a:avLst/>
          </a:prstGeom>
        </p:spPr>
      </p:pic>
      <p:sp>
        <p:nvSpPr>
          <p:cNvPr id="49" name="DiffSBDD_mol016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mol016</a:t>
            </a:r>
          </a:p>
        </p:txBody>
      </p:sp>
      <p:sp>
        <p:nvSpPr>
          <p:cNvPr id="50" name="DiffSBDD_mol016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-12.108</a:t>
            </a:r>
          </a:p>
        </p:txBody>
      </p:sp>
      <p:pic>
        <p:nvPicPr>
          <p:cNvPr id="51" name="DiffSBDD_mol017_structure" descr="DiffSBDD mol017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9956" y="4244742"/>
            <a:ext cx="2303068" cy="856084"/>
          </a:xfrm>
          <a:prstGeom prst="rect">
            <a:avLst/>
          </a:prstGeom>
        </p:spPr>
      </p:pic>
      <p:sp>
        <p:nvSpPr>
          <p:cNvPr id="52" name="DiffSBDD_mol017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mol017</a:t>
            </a:r>
          </a:p>
        </p:txBody>
      </p:sp>
      <p:sp>
        <p:nvSpPr>
          <p:cNvPr id="53" name="DiffSBDD_mol017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-12.089</a:t>
            </a:r>
          </a:p>
        </p:txBody>
      </p:sp>
      <p:pic>
        <p:nvPicPr>
          <p:cNvPr id="54" name="DiffSBDD_mol018_structure" descr="DiffSBDD mol018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3162" y="4200753"/>
            <a:ext cx="1085671" cy="944062"/>
          </a:xfrm>
          <a:prstGeom prst="rect">
            <a:avLst/>
          </a:prstGeom>
        </p:spPr>
      </p:pic>
      <p:sp>
        <p:nvSpPr>
          <p:cNvPr id="55" name="DiffSBDD_mol018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mol018</a:t>
            </a:r>
          </a:p>
        </p:txBody>
      </p:sp>
      <p:sp>
        <p:nvSpPr>
          <p:cNvPr id="56" name="DiffSBDD_mol018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-12.068</a:t>
            </a:r>
          </a:p>
        </p:txBody>
      </p:sp>
      <p:pic>
        <p:nvPicPr>
          <p:cNvPr id="57" name="DiffSBDD_mol019_structure" descr="DiffSBDD mol019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6812" y="4200753"/>
            <a:ext cx="2007387" cy="944062"/>
          </a:xfrm>
          <a:prstGeom prst="rect">
            <a:avLst/>
          </a:prstGeom>
        </p:spPr>
      </p:pic>
      <p:sp>
        <p:nvSpPr>
          <p:cNvPr id="58" name="DiffSBDD_mol019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mol019</a:t>
            </a:r>
          </a:p>
        </p:txBody>
      </p:sp>
      <p:sp>
        <p:nvSpPr>
          <p:cNvPr id="59" name="DiffSBDD_mol019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-11.949</a:t>
            </a:r>
          </a:p>
        </p:txBody>
      </p:sp>
      <p:pic>
        <p:nvPicPr>
          <p:cNvPr id="60" name="DiffSBDD_mol020_structure" descr="DiffSBDD mol020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28518" y="4200753"/>
            <a:ext cx="1312991" cy="944062"/>
          </a:xfrm>
          <a:prstGeom prst="rect">
            <a:avLst/>
          </a:prstGeom>
        </p:spPr>
      </p:pic>
      <p:sp>
        <p:nvSpPr>
          <p:cNvPr id="61" name="DiffSBDD_mol020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mol020</a:t>
            </a:r>
          </a:p>
        </p:txBody>
      </p:sp>
      <p:sp>
        <p:nvSpPr>
          <p:cNvPr id="62" name="DiffSBDD_mol020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-11.928</a:t>
            </a:r>
          </a:p>
        </p:txBody>
      </p:sp>
      <p:pic>
        <p:nvPicPr>
          <p:cNvPr id="63" name="DiffSBDD_mol021_structure" descr="DiffSBDD mol021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7447" y="5506516"/>
            <a:ext cx="1539069" cy="944062"/>
          </a:xfrm>
          <a:prstGeom prst="rect">
            <a:avLst/>
          </a:prstGeom>
        </p:spPr>
      </p:pic>
      <p:sp>
        <p:nvSpPr>
          <p:cNvPr id="64" name="DiffSBDD_mol021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mol021</a:t>
            </a:r>
          </a:p>
        </p:txBody>
      </p:sp>
      <p:sp>
        <p:nvSpPr>
          <p:cNvPr id="65" name="DiffSBDD_mol021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-11.914</a:t>
            </a:r>
          </a:p>
        </p:txBody>
      </p:sp>
      <p:pic>
        <p:nvPicPr>
          <p:cNvPr id="66" name="DiffSBDD_mol022_structure" descr="DiffSBDD mol022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20154" y="5506516"/>
            <a:ext cx="1562671" cy="944062"/>
          </a:xfrm>
          <a:prstGeom prst="rect">
            <a:avLst/>
          </a:prstGeom>
        </p:spPr>
      </p:pic>
      <p:sp>
        <p:nvSpPr>
          <p:cNvPr id="67" name="DiffSBDD_mol022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mol022</a:t>
            </a:r>
          </a:p>
        </p:txBody>
      </p:sp>
      <p:sp>
        <p:nvSpPr>
          <p:cNvPr id="68" name="DiffSBDD_mol022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-11.901</a:t>
            </a:r>
          </a:p>
        </p:txBody>
      </p:sp>
      <p:pic>
        <p:nvPicPr>
          <p:cNvPr id="69" name="DiffSBDD_mol023_structure" descr="DiffSBDD mol023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1616" y="5506516"/>
            <a:ext cx="1388764" cy="944062"/>
          </a:xfrm>
          <a:prstGeom prst="rect">
            <a:avLst/>
          </a:prstGeom>
        </p:spPr>
      </p:pic>
      <p:sp>
        <p:nvSpPr>
          <p:cNvPr id="70" name="DiffSBDD_mol023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mol023</a:t>
            </a:r>
          </a:p>
        </p:txBody>
      </p:sp>
      <p:sp>
        <p:nvSpPr>
          <p:cNvPr id="71" name="DiffSBDD_mol023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-11.885</a:t>
            </a:r>
          </a:p>
        </p:txBody>
      </p:sp>
      <p:pic>
        <p:nvPicPr>
          <p:cNvPr id="72" name="DiffSBDD_mol024_structure" descr="DiffSBDD mol024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96757" y="5506516"/>
            <a:ext cx="1987498" cy="944062"/>
          </a:xfrm>
          <a:prstGeom prst="rect">
            <a:avLst/>
          </a:prstGeom>
        </p:spPr>
      </p:pic>
      <p:sp>
        <p:nvSpPr>
          <p:cNvPr id="73" name="DiffSBDD_mol024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mol024</a:t>
            </a:r>
          </a:p>
        </p:txBody>
      </p:sp>
      <p:sp>
        <p:nvSpPr>
          <p:cNvPr id="74" name="DiffSBDD_mol024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-11.836</a:t>
            </a:r>
          </a:p>
        </p:txBody>
      </p:sp>
      <p:pic>
        <p:nvPicPr>
          <p:cNvPr id="75" name="DiffSBDD_mol025_structure" descr="DiffSBDD mol025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51507" y="5506516"/>
            <a:ext cx="1667014" cy="944062"/>
          </a:xfrm>
          <a:prstGeom prst="rect">
            <a:avLst/>
          </a:prstGeom>
        </p:spPr>
      </p:pic>
      <p:sp>
        <p:nvSpPr>
          <p:cNvPr id="76" name="DiffSBDD_mol025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mol025</a:t>
            </a:r>
          </a:p>
        </p:txBody>
      </p:sp>
      <p:sp>
        <p:nvSpPr>
          <p:cNvPr id="77" name="DiffSBDD_mol025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SBDD_26_50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DiffSBDD  Top 26-50</a:t>
            </a:r>
          </a:p>
        </p:txBody>
      </p:sp>
      <p:pic>
        <p:nvPicPr>
          <p:cNvPr id="3" name="DiffSBDD_mol026_structure" descr="DiffSBDD mol026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43" y="283464"/>
            <a:ext cx="1816077" cy="944062"/>
          </a:xfrm>
          <a:prstGeom prst="rect">
            <a:avLst/>
          </a:prstGeom>
        </p:spPr>
      </p:pic>
      <p:sp>
        <p:nvSpPr>
          <p:cNvPr id="4" name="DiffSBDD_mol026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mol026</a:t>
            </a:r>
          </a:p>
        </p:txBody>
      </p:sp>
      <p:sp>
        <p:nvSpPr>
          <p:cNvPr id="5" name="DiffSBDD_mol026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-11.744</a:t>
            </a:r>
          </a:p>
        </p:txBody>
      </p:sp>
      <p:pic>
        <p:nvPicPr>
          <p:cNvPr id="6" name="DiffSBDD_mol027_structure" descr="DiffSBDD mol027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675" y="283464"/>
            <a:ext cx="1987629" cy="944062"/>
          </a:xfrm>
          <a:prstGeom prst="rect">
            <a:avLst/>
          </a:prstGeom>
        </p:spPr>
      </p:pic>
      <p:sp>
        <p:nvSpPr>
          <p:cNvPr id="7" name="DiffSBDD_mol027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mol027</a:t>
            </a:r>
          </a:p>
        </p:txBody>
      </p:sp>
      <p:sp>
        <p:nvSpPr>
          <p:cNvPr id="8" name="DiffSBDD_mol027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-11.706</a:t>
            </a:r>
          </a:p>
        </p:txBody>
      </p:sp>
      <p:pic>
        <p:nvPicPr>
          <p:cNvPr id="9" name="DiffSBDD_mol028_structure" descr="DiffSBDD mol028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576" y="283464"/>
            <a:ext cx="978843" cy="944062"/>
          </a:xfrm>
          <a:prstGeom prst="rect">
            <a:avLst/>
          </a:prstGeom>
        </p:spPr>
      </p:pic>
      <p:sp>
        <p:nvSpPr>
          <p:cNvPr id="10" name="DiffSBDD_mol028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mol028</a:t>
            </a:r>
          </a:p>
        </p:txBody>
      </p:sp>
      <p:sp>
        <p:nvSpPr>
          <p:cNvPr id="11" name="DiffSBDD_mol028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-11.686</a:t>
            </a:r>
          </a:p>
        </p:txBody>
      </p:sp>
      <p:pic>
        <p:nvPicPr>
          <p:cNvPr id="12" name="DiffSBDD_mol029_structure" descr="DiffSBDD mol029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63" y="283464"/>
            <a:ext cx="1639686" cy="944062"/>
          </a:xfrm>
          <a:prstGeom prst="rect">
            <a:avLst/>
          </a:prstGeom>
        </p:spPr>
      </p:pic>
      <p:sp>
        <p:nvSpPr>
          <p:cNvPr id="13" name="DiffSBDD_mol029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mol029</a:t>
            </a:r>
          </a:p>
        </p:txBody>
      </p:sp>
      <p:sp>
        <p:nvSpPr>
          <p:cNvPr id="14" name="DiffSBDD_mol029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-11.680</a:t>
            </a:r>
          </a:p>
        </p:txBody>
      </p:sp>
      <p:pic>
        <p:nvPicPr>
          <p:cNvPr id="15" name="DiffSBDD_mol030_structure" descr="DiffSBDD mol030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061" y="283464"/>
            <a:ext cx="1763905" cy="944062"/>
          </a:xfrm>
          <a:prstGeom prst="rect">
            <a:avLst/>
          </a:prstGeom>
        </p:spPr>
      </p:pic>
      <p:sp>
        <p:nvSpPr>
          <p:cNvPr id="16" name="DiffSBDD_mol030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mol030</a:t>
            </a:r>
          </a:p>
        </p:txBody>
      </p:sp>
      <p:sp>
        <p:nvSpPr>
          <p:cNvPr id="17" name="DiffSBDD_mol030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-11.675</a:t>
            </a:r>
          </a:p>
        </p:txBody>
      </p:sp>
      <p:pic>
        <p:nvPicPr>
          <p:cNvPr id="18" name="DiffSBDD_mol031_structure" descr="DiffSBDD mol031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07" y="1589227"/>
            <a:ext cx="1311749" cy="944062"/>
          </a:xfrm>
          <a:prstGeom prst="rect">
            <a:avLst/>
          </a:prstGeom>
        </p:spPr>
      </p:pic>
      <p:sp>
        <p:nvSpPr>
          <p:cNvPr id="19" name="DiffSBDD_mol031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mol031</a:t>
            </a:r>
          </a:p>
        </p:txBody>
      </p:sp>
      <p:sp>
        <p:nvSpPr>
          <p:cNvPr id="20" name="DiffSBDD_mol031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-11.669</a:t>
            </a:r>
          </a:p>
        </p:txBody>
      </p:sp>
      <p:pic>
        <p:nvPicPr>
          <p:cNvPr id="21" name="DiffSBDD_mol032_structure" descr="DiffSBDD mol032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4123" y="1589227"/>
            <a:ext cx="1234733" cy="944062"/>
          </a:xfrm>
          <a:prstGeom prst="rect">
            <a:avLst/>
          </a:prstGeom>
        </p:spPr>
      </p:pic>
      <p:sp>
        <p:nvSpPr>
          <p:cNvPr id="22" name="DiffSBDD_mol032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mol032</a:t>
            </a:r>
          </a:p>
        </p:txBody>
      </p:sp>
      <p:sp>
        <p:nvSpPr>
          <p:cNvPr id="23" name="DiffSBDD_mol032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-11.654</a:t>
            </a:r>
          </a:p>
        </p:txBody>
      </p:sp>
      <p:pic>
        <p:nvPicPr>
          <p:cNvPr id="24" name="DiffSBDD_mol033_structure" descr="DiffSBDD mol033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4464" y="1804322"/>
            <a:ext cx="2303068" cy="513872"/>
          </a:xfrm>
          <a:prstGeom prst="rect">
            <a:avLst/>
          </a:prstGeom>
        </p:spPr>
      </p:pic>
      <p:sp>
        <p:nvSpPr>
          <p:cNvPr id="25" name="DiffSBDD_mol033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mol033</a:t>
            </a:r>
          </a:p>
        </p:txBody>
      </p:sp>
      <p:sp>
        <p:nvSpPr>
          <p:cNvPr id="26" name="DiffSBDD_mol033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-11.639</a:t>
            </a:r>
          </a:p>
        </p:txBody>
      </p:sp>
      <p:pic>
        <p:nvPicPr>
          <p:cNvPr id="27" name="DiffSBDD_mol034_structure" descr="DiffSBDD mol034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120" y="1589227"/>
            <a:ext cx="1188772" cy="944062"/>
          </a:xfrm>
          <a:prstGeom prst="rect">
            <a:avLst/>
          </a:prstGeom>
        </p:spPr>
      </p:pic>
      <p:sp>
        <p:nvSpPr>
          <p:cNvPr id="28" name="DiffSBDD_mol034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mol034</a:t>
            </a:r>
          </a:p>
        </p:txBody>
      </p:sp>
      <p:sp>
        <p:nvSpPr>
          <p:cNvPr id="29" name="DiffSBDD_mol034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-11.632</a:t>
            </a:r>
          </a:p>
        </p:txBody>
      </p:sp>
      <p:pic>
        <p:nvPicPr>
          <p:cNvPr id="30" name="DiffSBDD_mol035_structure" descr="DiffSBDD mol035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3671" y="1589227"/>
            <a:ext cx="1162686" cy="944062"/>
          </a:xfrm>
          <a:prstGeom prst="rect">
            <a:avLst/>
          </a:prstGeom>
        </p:spPr>
      </p:pic>
      <p:sp>
        <p:nvSpPr>
          <p:cNvPr id="31" name="DiffSBDD_mol035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mol035</a:t>
            </a:r>
          </a:p>
        </p:txBody>
      </p:sp>
      <p:sp>
        <p:nvSpPr>
          <p:cNvPr id="32" name="DiffSBDD_mol035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-11.591</a:t>
            </a:r>
          </a:p>
        </p:txBody>
      </p:sp>
      <p:pic>
        <p:nvPicPr>
          <p:cNvPr id="33" name="DiffSBDD_mol036_structure" descr="DiffSBDD mol036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311" y="2894990"/>
            <a:ext cx="2171342" cy="944062"/>
          </a:xfrm>
          <a:prstGeom prst="rect">
            <a:avLst/>
          </a:prstGeom>
        </p:spPr>
      </p:pic>
      <p:sp>
        <p:nvSpPr>
          <p:cNvPr id="34" name="DiffSBDD_mol036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mol036</a:t>
            </a:r>
          </a:p>
        </p:txBody>
      </p:sp>
      <p:sp>
        <p:nvSpPr>
          <p:cNvPr id="35" name="DiffSBDD_mol036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-11.572</a:t>
            </a:r>
          </a:p>
        </p:txBody>
      </p:sp>
      <p:pic>
        <p:nvPicPr>
          <p:cNvPr id="36" name="DiffSBDD_mol037_structure" descr="DiffSBDD mol037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9584" y="2894990"/>
            <a:ext cx="983811" cy="944062"/>
          </a:xfrm>
          <a:prstGeom prst="rect">
            <a:avLst/>
          </a:prstGeom>
        </p:spPr>
      </p:pic>
      <p:sp>
        <p:nvSpPr>
          <p:cNvPr id="37" name="DiffSBDD_mol037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mol037</a:t>
            </a:r>
          </a:p>
        </p:txBody>
      </p:sp>
      <p:sp>
        <p:nvSpPr>
          <p:cNvPr id="38" name="DiffSBDD_mol037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-11.544</a:t>
            </a:r>
          </a:p>
        </p:txBody>
      </p:sp>
      <p:pic>
        <p:nvPicPr>
          <p:cNvPr id="39" name="DiffSBDD_mol038_structure" descr="DiffSBDD mol038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7389" y="2894990"/>
            <a:ext cx="1237218" cy="944062"/>
          </a:xfrm>
          <a:prstGeom prst="rect">
            <a:avLst/>
          </a:prstGeom>
        </p:spPr>
      </p:pic>
      <p:sp>
        <p:nvSpPr>
          <p:cNvPr id="40" name="DiffSBDD_mol038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mol038</a:t>
            </a:r>
          </a:p>
        </p:txBody>
      </p:sp>
      <p:sp>
        <p:nvSpPr>
          <p:cNvPr id="41" name="DiffSBDD_mol038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-11.519</a:t>
            </a:r>
          </a:p>
        </p:txBody>
      </p:sp>
      <p:pic>
        <p:nvPicPr>
          <p:cNvPr id="42" name="DiffSBDD_mol039_structure" descr="DiffSBDD mol039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854" y="2894990"/>
            <a:ext cx="1581303" cy="944062"/>
          </a:xfrm>
          <a:prstGeom prst="rect">
            <a:avLst/>
          </a:prstGeom>
        </p:spPr>
      </p:pic>
      <p:sp>
        <p:nvSpPr>
          <p:cNvPr id="43" name="DiffSBDD_mol039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mol039</a:t>
            </a:r>
          </a:p>
        </p:txBody>
      </p:sp>
      <p:sp>
        <p:nvSpPr>
          <p:cNvPr id="44" name="DiffSBDD_mol039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-11.485</a:t>
            </a:r>
          </a:p>
        </p:txBody>
      </p:sp>
      <p:pic>
        <p:nvPicPr>
          <p:cNvPr id="45" name="DiffSBDD_mol040_structure" descr="DiffSBDD mol040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0587" y="2894990"/>
            <a:ext cx="2208854" cy="944062"/>
          </a:xfrm>
          <a:prstGeom prst="rect">
            <a:avLst/>
          </a:prstGeom>
        </p:spPr>
      </p:pic>
      <p:sp>
        <p:nvSpPr>
          <p:cNvPr id="46" name="DiffSBDD_mol040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mol040</a:t>
            </a:r>
          </a:p>
        </p:txBody>
      </p:sp>
      <p:sp>
        <p:nvSpPr>
          <p:cNvPr id="47" name="DiffSBDD_mol040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-11.483</a:t>
            </a:r>
          </a:p>
        </p:txBody>
      </p:sp>
      <p:pic>
        <p:nvPicPr>
          <p:cNvPr id="48" name="DiffSBDD_mol041_structure" descr="DiffSBDD mol041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5592" y="4200753"/>
            <a:ext cx="1942780" cy="944062"/>
          </a:xfrm>
          <a:prstGeom prst="rect">
            <a:avLst/>
          </a:prstGeom>
        </p:spPr>
      </p:pic>
      <p:sp>
        <p:nvSpPr>
          <p:cNvPr id="49" name="DiffSBDD_mol041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mol041</a:t>
            </a:r>
          </a:p>
        </p:txBody>
      </p:sp>
      <p:sp>
        <p:nvSpPr>
          <p:cNvPr id="50" name="DiffSBDD_mol041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-11.455</a:t>
            </a:r>
          </a:p>
        </p:txBody>
      </p:sp>
      <p:pic>
        <p:nvPicPr>
          <p:cNvPr id="51" name="DiffSBDD_mol042_structure" descr="DiffSBDD mol042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0838" y="4200753"/>
            <a:ext cx="1581303" cy="944062"/>
          </a:xfrm>
          <a:prstGeom prst="rect">
            <a:avLst/>
          </a:prstGeom>
        </p:spPr>
      </p:pic>
      <p:sp>
        <p:nvSpPr>
          <p:cNvPr id="52" name="DiffSBDD_mol042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mol042</a:t>
            </a:r>
          </a:p>
        </p:txBody>
      </p:sp>
      <p:sp>
        <p:nvSpPr>
          <p:cNvPr id="53" name="DiffSBDD_mol042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-11.448</a:t>
            </a:r>
          </a:p>
        </p:txBody>
      </p:sp>
      <p:pic>
        <p:nvPicPr>
          <p:cNvPr id="54" name="DiffSBDD_mol043_structure" descr="DiffSBDD mol043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00373" y="4200753"/>
            <a:ext cx="1391249" cy="944062"/>
          </a:xfrm>
          <a:prstGeom prst="rect">
            <a:avLst/>
          </a:prstGeom>
        </p:spPr>
      </p:pic>
      <p:sp>
        <p:nvSpPr>
          <p:cNvPr id="55" name="DiffSBDD_mol043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mol043</a:t>
            </a:r>
          </a:p>
        </p:txBody>
      </p:sp>
      <p:sp>
        <p:nvSpPr>
          <p:cNvPr id="56" name="DiffSBDD_mol043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-11.445</a:t>
            </a:r>
          </a:p>
        </p:txBody>
      </p:sp>
      <p:pic>
        <p:nvPicPr>
          <p:cNvPr id="57" name="DiffSBDD_mol044_structure" descr="DiffSBDD mol044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5999" y="4200753"/>
            <a:ext cx="1349014" cy="944062"/>
          </a:xfrm>
          <a:prstGeom prst="rect">
            <a:avLst/>
          </a:prstGeom>
        </p:spPr>
      </p:pic>
      <p:sp>
        <p:nvSpPr>
          <p:cNvPr id="58" name="DiffSBDD_mol044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mol044</a:t>
            </a:r>
          </a:p>
        </p:txBody>
      </p:sp>
      <p:sp>
        <p:nvSpPr>
          <p:cNvPr id="59" name="DiffSBDD_mol044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-11.442</a:t>
            </a:r>
          </a:p>
        </p:txBody>
      </p:sp>
      <p:pic>
        <p:nvPicPr>
          <p:cNvPr id="60" name="DiffSBDD_mol045_structure" descr="DiffSBDD mol045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32862" y="4200753"/>
            <a:ext cx="1104304" cy="944062"/>
          </a:xfrm>
          <a:prstGeom prst="rect">
            <a:avLst/>
          </a:prstGeom>
        </p:spPr>
      </p:pic>
      <p:sp>
        <p:nvSpPr>
          <p:cNvPr id="61" name="DiffSBDD_mol045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mol045</a:t>
            </a:r>
          </a:p>
        </p:txBody>
      </p:sp>
      <p:sp>
        <p:nvSpPr>
          <p:cNvPr id="62" name="DiffSBDD_mol045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-11.440</a:t>
            </a:r>
          </a:p>
        </p:txBody>
      </p:sp>
      <p:pic>
        <p:nvPicPr>
          <p:cNvPr id="63" name="DiffSBDD_mol046_structure" descr="DiffSBDD mol046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3225" y="5506516"/>
            <a:ext cx="1587514" cy="944062"/>
          </a:xfrm>
          <a:prstGeom prst="rect">
            <a:avLst/>
          </a:prstGeom>
        </p:spPr>
      </p:pic>
      <p:sp>
        <p:nvSpPr>
          <p:cNvPr id="64" name="DiffSBDD_mol046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mol046</a:t>
            </a:r>
          </a:p>
        </p:txBody>
      </p:sp>
      <p:sp>
        <p:nvSpPr>
          <p:cNvPr id="65" name="DiffSBDD_mol046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-11.439</a:t>
            </a:r>
          </a:p>
        </p:txBody>
      </p:sp>
      <p:pic>
        <p:nvPicPr>
          <p:cNvPr id="66" name="DiffSBDD_mol047_structure" descr="DiffSBDD mol047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17662" y="5506516"/>
            <a:ext cx="1167655" cy="944062"/>
          </a:xfrm>
          <a:prstGeom prst="rect">
            <a:avLst/>
          </a:prstGeom>
        </p:spPr>
      </p:pic>
      <p:sp>
        <p:nvSpPr>
          <p:cNvPr id="67" name="DiffSBDD_mol047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mol047</a:t>
            </a:r>
          </a:p>
        </p:txBody>
      </p:sp>
      <p:sp>
        <p:nvSpPr>
          <p:cNvPr id="68" name="DiffSBDD_mol047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-11.398</a:t>
            </a:r>
          </a:p>
        </p:txBody>
      </p:sp>
      <p:pic>
        <p:nvPicPr>
          <p:cNvPr id="69" name="DiffSBDD_mol048_structure" descr="DiffSBDD mol048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0623" y="5506516"/>
            <a:ext cx="1470749" cy="944062"/>
          </a:xfrm>
          <a:prstGeom prst="rect">
            <a:avLst/>
          </a:prstGeom>
        </p:spPr>
      </p:pic>
      <p:sp>
        <p:nvSpPr>
          <p:cNvPr id="70" name="DiffSBDD_mol048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mol048</a:t>
            </a:r>
          </a:p>
        </p:txBody>
      </p:sp>
      <p:sp>
        <p:nvSpPr>
          <p:cNvPr id="71" name="DiffSBDD_mol048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-11.389</a:t>
            </a:r>
          </a:p>
        </p:txBody>
      </p:sp>
      <p:pic>
        <p:nvPicPr>
          <p:cNvPr id="72" name="DiffSBDD_mol049_structure" descr="DiffSBDD mol049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38983" y="5506516"/>
            <a:ext cx="1503046" cy="944062"/>
          </a:xfrm>
          <a:prstGeom prst="rect">
            <a:avLst/>
          </a:prstGeom>
        </p:spPr>
      </p:pic>
      <p:sp>
        <p:nvSpPr>
          <p:cNvPr id="73" name="DiffSBDD_mol049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mol049</a:t>
            </a:r>
          </a:p>
        </p:txBody>
      </p:sp>
      <p:sp>
        <p:nvSpPr>
          <p:cNvPr id="74" name="DiffSBDD_mol049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-11.370</a:t>
            </a:r>
          </a:p>
        </p:txBody>
      </p:sp>
      <p:pic>
        <p:nvPicPr>
          <p:cNvPr id="75" name="DiffSBDD_mol050_structure" descr="DiffSBDD mol050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4354" y="5506516"/>
            <a:ext cx="1181319" cy="944062"/>
          </a:xfrm>
          <a:prstGeom prst="rect">
            <a:avLst/>
          </a:prstGeom>
        </p:spPr>
      </p:pic>
      <p:sp>
        <p:nvSpPr>
          <p:cNvPr id="76" name="DiffSBDD_mol050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mol050</a:t>
            </a:r>
          </a:p>
        </p:txBody>
      </p:sp>
      <p:sp>
        <p:nvSpPr>
          <p:cNvPr id="77" name="DiffSBDD_mol050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nteraction_title"/>
          <p:cNvSpPr txBox="1"/>
          <p:nvPr/>
        </p:nvSpPr>
        <p:spPr>
          <a:xfrm>
            <a:off x="0" y="0"/>
            <a:ext cx="41148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RE-CmeB(8GJL)_PAβN_vs_DiffGui_mol001</a:t>
            </a:r>
          </a:p>
        </p:txBody>
      </p:sp>
      <p:pic>
        <p:nvPicPr>
          <p:cNvPr id="3" name="DiffGui_PAβN_mol001_pymol_overlay" descr="8GJL receptor with docked PAβN and DiffGui mol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" y="658368"/>
            <a:ext cx="7376160" cy="5532120"/>
          </a:xfrm>
          <a:prstGeom prst="rect">
            <a:avLst/>
          </a:prstGeom>
        </p:spPr>
      </p:pic>
      <p:sp>
        <p:nvSpPr>
          <p:cNvPr id="4" name="docking_score_caption"/>
          <p:cNvSpPr txBox="1"/>
          <p:nvPr/>
        </p:nvSpPr>
        <p:spPr>
          <a:xfrm>
            <a:off x="868680" y="6254496"/>
            <a:ext cx="53492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8GJL_PAβN_DiffGui_mol001 | PAβN -11.161 | mol001 -15.466</a:t>
            </a:r>
          </a:p>
        </p:txBody>
      </p:sp>
      <p:pic>
        <p:nvPicPr>
          <p:cNvPr id="5" name="DiffGui_PABN_2d" descr="PAβN 2D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148718"/>
            <a:ext cx="2167128" cy="1549651"/>
          </a:xfrm>
          <a:prstGeom prst="rect">
            <a:avLst/>
          </a:prstGeom>
        </p:spPr>
      </p:pic>
      <p:pic>
        <p:nvPicPr>
          <p:cNvPr id="6" name="DiffGui_mol001_2d" descr="DiffGui mol001 2D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99137"/>
            <a:ext cx="1801368" cy="1158541"/>
          </a:xfrm>
          <a:prstGeom prst="rect">
            <a:avLst/>
          </a:prstGeom>
        </p:spPr>
      </p:pic>
      <p:sp>
        <p:nvSpPr>
          <p:cNvPr id="7" name="pabn_label"/>
          <p:cNvSpPr txBox="1"/>
          <p:nvPr/>
        </p:nvSpPr>
        <p:spPr>
          <a:xfrm>
            <a:off x="320040" y="384048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PAβN (cyan)</a:t>
            </a:r>
          </a:p>
        </p:txBody>
      </p:sp>
      <p:sp>
        <p:nvSpPr>
          <p:cNvPr id="8" name="candidate_label"/>
          <p:cNvSpPr txBox="1"/>
          <p:nvPr/>
        </p:nvSpPr>
        <p:spPr>
          <a:xfrm>
            <a:off x="1508760" y="384048"/>
            <a:ext cx="13258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 (yellow)</a:t>
            </a:r>
          </a:p>
        </p:txBody>
      </p:sp>
      <p:pic>
        <p:nvPicPr>
          <p:cNvPr id="9" name="DiffGui_mol001_2d_interaction" descr="Schrodinger 2D interaction diagram for docked DiffGui mol001 on 8GJ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025" y="1801368"/>
            <a:ext cx="4564532" cy="4489704"/>
          </a:xfrm>
          <a:prstGeom prst="rect">
            <a:avLst/>
          </a:prstGeom>
        </p:spPr>
      </p:pic>
      <p:sp>
        <p:nvSpPr>
          <p:cNvPr id="10" name="interaction_caption"/>
          <p:cNvSpPr txBox="1"/>
          <p:nvPr/>
        </p:nvSpPr>
        <p:spPr>
          <a:xfrm>
            <a:off x="7370064" y="6254496"/>
            <a:ext cx="3648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8GJL_DiffGui_mol001_2d_interaction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nteraction_title"/>
          <p:cNvSpPr txBox="1"/>
          <p:nvPr/>
        </p:nvSpPr>
        <p:spPr>
          <a:xfrm>
            <a:off x="0" y="0"/>
            <a:ext cx="41148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RE-CmeB(8GJL)_PAβN_vs_DiffSBDD_mol001</a:t>
            </a:r>
          </a:p>
        </p:txBody>
      </p:sp>
      <p:pic>
        <p:nvPicPr>
          <p:cNvPr id="3" name="DiffSBDD_PAβN_mol001_pymol_overlay" descr="8GJL receptor with docked PAβN and DiffSBDD mol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" y="658368"/>
            <a:ext cx="7376160" cy="5532120"/>
          </a:xfrm>
          <a:prstGeom prst="rect">
            <a:avLst/>
          </a:prstGeom>
        </p:spPr>
      </p:pic>
      <p:sp>
        <p:nvSpPr>
          <p:cNvPr id="4" name="docking_score_caption"/>
          <p:cNvSpPr txBox="1"/>
          <p:nvPr/>
        </p:nvSpPr>
        <p:spPr>
          <a:xfrm>
            <a:off x="868680" y="6254496"/>
            <a:ext cx="53492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8GJL_PAβN_DiffSBDD_mol001 | PAβN -11.161 | mol001 -13.850</a:t>
            </a:r>
          </a:p>
        </p:txBody>
      </p:sp>
      <p:pic>
        <p:nvPicPr>
          <p:cNvPr id="5" name="DiffSBDD_PABN_2d" descr="PAβN 2D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148718"/>
            <a:ext cx="2167128" cy="1549651"/>
          </a:xfrm>
          <a:prstGeom prst="rect">
            <a:avLst/>
          </a:prstGeom>
        </p:spPr>
      </p:pic>
      <p:pic>
        <p:nvPicPr>
          <p:cNvPr id="6" name="DiffSBDD_mol001_2d" descr="DiffSBDD mol001 2D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424491"/>
            <a:ext cx="1801368" cy="1107832"/>
          </a:xfrm>
          <a:prstGeom prst="rect">
            <a:avLst/>
          </a:prstGeom>
        </p:spPr>
      </p:pic>
      <p:sp>
        <p:nvSpPr>
          <p:cNvPr id="7" name="pabn_label"/>
          <p:cNvSpPr txBox="1"/>
          <p:nvPr/>
        </p:nvSpPr>
        <p:spPr>
          <a:xfrm>
            <a:off x="320040" y="384048"/>
            <a:ext cx="11430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PAβN (cyan)</a:t>
            </a:r>
          </a:p>
        </p:txBody>
      </p:sp>
      <p:sp>
        <p:nvSpPr>
          <p:cNvPr id="8" name="candidate_label"/>
          <p:cNvSpPr txBox="1"/>
          <p:nvPr/>
        </p:nvSpPr>
        <p:spPr>
          <a:xfrm>
            <a:off x="1508760" y="384048"/>
            <a:ext cx="13258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 (yellow)</a:t>
            </a:r>
          </a:p>
        </p:txBody>
      </p:sp>
      <p:pic>
        <p:nvPicPr>
          <p:cNvPr id="9" name="DiffSBDD_mol001_2d_interaction" descr="Schrodinger 2D interaction diagram for docked DiffSBDD mol001 on 8GJ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025" y="1801368"/>
            <a:ext cx="4564532" cy="4489704"/>
          </a:xfrm>
          <a:prstGeom prst="rect">
            <a:avLst/>
          </a:prstGeom>
        </p:spPr>
      </p:pic>
      <p:sp>
        <p:nvSpPr>
          <p:cNvPr id="10" name="interaction_caption"/>
          <p:cNvSpPr txBox="1"/>
          <p:nvPr/>
        </p:nvSpPr>
        <p:spPr>
          <a:xfrm>
            <a:off x="7370064" y="6254496"/>
            <a:ext cx="3648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8GJL_DiffSBDD_mol001_2d_interaction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